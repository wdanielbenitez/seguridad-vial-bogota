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4D5C"/>
    <a:srgbClr val="293537"/>
    <a:srgbClr val="BD7150"/>
    <a:srgbClr val="998879"/>
    <a:srgbClr val="706060"/>
    <a:srgbClr val="BB4A4A"/>
    <a:srgbClr val="7B4F71"/>
    <a:srgbClr val="3599B8"/>
    <a:srgbClr val="A4DDEE"/>
    <a:srgbClr val="1C2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SON DANIEL BENITEZ OVIEDO" userId="20887794-b7f7-428f-8dbd-cd1e08f23e4b" providerId="ADAL" clId="{F814741D-4D80-4875-A699-5015CC575721}"/>
    <pc:docChg chg="modSld">
      <pc:chgData name="WILSON DANIEL BENITEZ OVIEDO" userId="20887794-b7f7-428f-8dbd-cd1e08f23e4b" providerId="ADAL" clId="{F814741D-4D80-4875-A699-5015CC575721}" dt="2025-11-25T16:38:57.242" v="0" actId="207"/>
      <pc:docMkLst>
        <pc:docMk/>
      </pc:docMkLst>
      <pc:sldChg chg="modSp mod">
        <pc:chgData name="WILSON DANIEL BENITEZ OVIEDO" userId="20887794-b7f7-428f-8dbd-cd1e08f23e4b" providerId="ADAL" clId="{F814741D-4D80-4875-A699-5015CC575721}" dt="2025-11-25T16:38:57.242" v="0" actId="207"/>
        <pc:sldMkLst>
          <pc:docMk/>
          <pc:sldMk cId="3618442146" sldId="256"/>
        </pc:sldMkLst>
        <pc:spChg chg="mod">
          <ac:chgData name="WILSON DANIEL BENITEZ OVIEDO" userId="20887794-b7f7-428f-8dbd-cd1e08f23e4b" providerId="ADAL" clId="{F814741D-4D80-4875-A699-5015CC575721}" dt="2025-11-25T16:38:57.242" v="0" actId="207"/>
          <ac:spMkLst>
            <pc:docMk/>
            <pc:sldMk cId="3618442146" sldId="256"/>
            <ac:spMk id="13" creationId="{4860CAFD-151A-FFD0-D6BB-9416E33F73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F7F2-A164-C3CA-2C65-05CBA04E3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1A6DB-F46F-3A0C-52C6-A66BC8CC9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B1CA5-6FB1-B496-1A6B-5960B7A3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49D6B-A7A8-500D-7777-6FCEC5477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30C4A-603F-A381-540F-34E2CAEB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092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FDB9-2110-C20F-7D10-60160A18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3C91A-D542-70CA-A124-69729082E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55460-3495-6FA4-DB34-757AB9AC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319FE-CCE3-97C1-E5E2-83DE600E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7C25E-8826-B833-16F7-19141982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361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91E7-E753-63D0-B45F-3D4185AFD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50B36-1517-B75B-EADB-5838D90A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4E01-045C-6015-853D-053BFEAD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49B94-DC6C-DD28-54DD-9264AEE0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3B02B-84A5-675E-C1A9-F49F6C4E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451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7D8A-B789-F6B0-BF54-B15EA8DC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03B0-7299-DB82-2C9B-00698A07A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84BF0-CF0E-38BB-6621-E72B04F4F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A809E-B75E-D1E8-1CB2-B55BBA59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A62DC-BA38-5D1F-06D3-584889585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C106E-57B4-8570-F4AF-4AE150CFE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287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0275-E9AA-3872-D793-FB0A2A4E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C457F-011B-29B0-5965-20151CE0A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13065-21F1-8C22-DFB8-5107BCFCB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80176-52B6-8DF0-73F7-F0ACE06AC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DEB0F-B83A-AF01-550E-673731A9F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89FF1-5F20-EF2F-7F30-9E0887D0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E7B217-B6CE-8789-3E99-D1618B4E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DEF2D-1527-F905-1250-7CDD8829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36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E3D7-AB6B-FF57-DC48-A8088F598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88A98F-3808-A6C1-5A8B-64DF4219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D34DD-762D-AEAD-97D0-2854F9D9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15429-F1E5-09B6-CCC3-DDD3B7E1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028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5BBBA-6801-149D-89AF-92436E678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87C27A-405B-5EEC-8F96-09086956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DB4AA-3CB3-8076-DB2D-1FC9C87B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370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8A4-A662-3377-11BF-86F7632E1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7F0B4-4942-5710-8BEE-94A415F0B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4EFFA-080D-870C-C4FC-51C973A73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CA09C-FF5E-40FD-258C-33B5BD22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D1E2E-B663-36F3-C315-AA7A90F3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A6E19-8B5D-05A1-A4F1-25C0AAEA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73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3ECF-B6AD-986D-6F31-CB3CDD95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D987AA-B584-40ED-4C27-13A3F21A9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CF079-0EB6-5A0D-E253-C1A67D7F1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90BA6F-A875-42A6-E3AE-EEA1FA585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986B5-5FCA-FF77-D9AF-F77C2037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3029A-FC19-CD4F-CD2E-76A8296D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4244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EB0C-4FA6-B038-C196-4F787080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66A3A-7375-380B-8FE0-9AA91E19E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489A0-8173-1E51-FE2C-A8E02566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A446B-F731-C372-8026-70E5A252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32D9D-D2AC-31E2-C3FD-C7C846E78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659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19141-EA6A-0AFF-CB44-6D8E577F8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81060-3152-A452-3F73-95484370B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440ED-90B5-E525-DBFC-1D8EE1C56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FFAAC-A3DB-F14D-8B12-816E86DA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E78CE-0EA7-265B-D3A8-9F45C7E46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88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1A4BF-BA24-378A-DAC0-9EC33C53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E97F7-83C3-3D17-C423-5BF0D2617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FF741-908D-FBF5-6BF0-5F725D0B3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AC374-68E8-4315-B4EE-D8581C72FD52}" type="datetimeFigureOut">
              <a:rPr lang="es-CO" smtClean="0"/>
              <a:t>25/11/2025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8A96F-DC61-1AD9-A16F-9B5AD26326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B8ED-0B09-4D0D-8F01-A853DCEB0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0FA5F-CA73-43E6-8C99-B4A9D59DBFA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825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CE34AE-3EC5-B142-3B83-6376E0792C2F}"/>
              </a:ext>
            </a:extLst>
          </p:cNvPr>
          <p:cNvSpPr/>
          <p:nvPr/>
        </p:nvSpPr>
        <p:spPr>
          <a:xfrm>
            <a:off x="-231112" y="-304800"/>
            <a:ext cx="12629589" cy="7162800"/>
          </a:xfrm>
          <a:prstGeom prst="rect">
            <a:avLst/>
          </a:prstGeom>
          <a:solidFill>
            <a:srgbClr val="1C2325">
              <a:alpha val="98000"/>
            </a:srgbClr>
          </a:solidFill>
          <a:ln>
            <a:solidFill>
              <a:srgbClr val="3599B8"/>
            </a:solidFill>
          </a:ln>
        </p:spPr>
        <p:style>
          <a:lnRef idx="1">
            <a:schemeClr val="dk1"/>
          </a:lnRef>
          <a:fillRef idx="100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6F3536-AD92-2B68-87FC-DDB87E3C86AB}"/>
              </a:ext>
            </a:extLst>
          </p:cNvPr>
          <p:cNvSpPr/>
          <p:nvPr/>
        </p:nvSpPr>
        <p:spPr>
          <a:xfrm>
            <a:off x="1289024" y="70341"/>
            <a:ext cx="10337432" cy="783771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O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Seguridad Vial Bogotá 2024</a:t>
            </a:r>
          </a:p>
          <a:p>
            <a:r>
              <a:rPr lang="es-CO" sz="1600" dirty="0">
                <a:solidFill>
                  <a:srgbClr val="A4DDE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de Siniestralidad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43D8389-A2CE-1E6F-0443-0B002632A933}"/>
              </a:ext>
            </a:extLst>
          </p:cNvPr>
          <p:cNvSpPr/>
          <p:nvPr/>
        </p:nvSpPr>
        <p:spPr>
          <a:xfrm>
            <a:off x="110532" y="936172"/>
            <a:ext cx="11877152" cy="611533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986166-7249-F3D5-E3B0-113504BC6FD4}"/>
              </a:ext>
            </a:extLst>
          </p:cNvPr>
          <p:cNvSpPr txBox="1"/>
          <p:nvPr/>
        </p:nvSpPr>
        <p:spPr>
          <a:xfrm>
            <a:off x="811903" y="936171"/>
            <a:ext cx="1681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Localidad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974E2-316F-9062-7FFD-97FC3F3D875C}"/>
              </a:ext>
            </a:extLst>
          </p:cNvPr>
          <p:cNvSpPr txBox="1"/>
          <p:nvPr/>
        </p:nvSpPr>
        <p:spPr>
          <a:xfrm>
            <a:off x="3954110" y="936171"/>
            <a:ext cx="1681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7E7D96-1FB1-B5EB-BBFE-8DA976C79D92}"/>
              </a:ext>
            </a:extLst>
          </p:cNvPr>
          <p:cNvSpPr txBox="1"/>
          <p:nvPr/>
        </p:nvSpPr>
        <p:spPr>
          <a:xfrm>
            <a:off x="6779234" y="929526"/>
            <a:ext cx="1681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Gravedad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D6F5B8-97CA-1E7A-3B3F-DE1AEF6F60A1}"/>
              </a:ext>
            </a:extLst>
          </p:cNvPr>
          <p:cNvSpPr txBox="1"/>
          <p:nvPr/>
        </p:nvSpPr>
        <p:spPr>
          <a:xfrm>
            <a:off x="10135599" y="933059"/>
            <a:ext cx="1681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Tipo Día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60CAFD-151A-FFD0-D6BB-9416E33F73AD}"/>
              </a:ext>
            </a:extLst>
          </p:cNvPr>
          <p:cNvSpPr/>
          <p:nvPr/>
        </p:nvSpPr>
        <p:spPr>
          <a:xfrm>
            <a:off x="110533" y="1668556"/>
            <a:ext cx="3833775" cy="954608"/>
          </a:xfrm>
          <a:prstGeom prst="roundRect">
            <a:avLst/>
          </a:prstGeom>
          <a:solidFill>
            <a:srgbClr val="1B4D5C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39629C-4500-5259-0135-FE8A2438AE22}"/>
              </a:ext>
            </a:extLst>
          </p:cNvPr>
          <p:cNvSpPr txBox="1"/>
          <p:nvPr/>
        </p:nvSpPr>
        <p:spPr>
          <a:xfrm>
            <a:off x="1156940" y="1804840"/>
            <a:ext cx="170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Fatalidades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F38B7A6-A8B2-59DC-13BA-ECED09B67504}"/>
              </a:ext>
            </a:extLst>
          </p:cNvPr>
          <p:cNvSpPr/>
          <p:nvPr/>
        </p:nvSpPr>
        <p:spPr>
          <a:xfrm>
            <a:off x="4365148" y="1685773"/>
            <a:ext cx="3694659" cy="954608"/>
          </a:xfrm>
          <a:prstGeom prst="roundRect">
            <a:avLst/>
          </a:prstGeom>
          <a:solidFill>
            <a:srgbClr val="7B4F71"/>
          </a:solidFill>
          <a:ln>
            <a:solidFill>
              <a:srgbClr val="BB4A4A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8FF36F-1A3D-EC44-8713-7235C143AA6A}"/>
              </a:ext>
            </a:extLst>
          </p:cNvPr>
          <p:cNvSpPr/>
          <p:nvPr/>
        </p:nvSpPr>
        <p:spPr>
          <a:xfrm>
            <a:off x="8460551" y="1698700"/>
            <a:ext cx="3527133" cy="934512"/>
          </a:xfrm>
          <a:prstGeom prst="roundRect">
            <a:avLst/>
          </a:prstGeom>
          <a:solidFill>
            <a:srgbClr val="998879"/>
          </a:solidFill>
          <a:ln>
            <a:solidFill>
              <a:srgbClr val="BD71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A8E531-0DA0-73E9-CEFD-8DC96CCCA8AA}"/>
              </a:ext>
            </a:extLst>
          </p:cNvPr>
          <p:cNvSpPr txBox="1"/>
          <p:nvPr/>
        </p:nvSpPr>
        <p:spPr>
          <a:xfrm>
            <a:off x="5604814" y="1779398"/>
            <a:ext cx="170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 Víctimas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D39DC9-A248-12E3-61BC-4BD947476D6D}"/>
              </a:ext>
            </a:extLst>
          </p:cNvPr>
          <p:cNvSpPr txBox="1"/>
          <p:nvPr/>
        </p:nvSpPr>
        <p:spPr>
          <a:xfrm>
            <a:off x="9489450" y="1764047"/>
            <a:ext cx="170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Tasa Fatalidad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1A2B1C-D5D8-1BE8-B099-FF4786071EDA}"/>
              </a:ext>
            </a:extLst>
          </p:cNvPr>
          <p:cNvSpPr/>
          <p:nvPr/>
        </p:nvSpPr>
        <p:spPr>
          <a:xfrm>
            <a:off x="100484" y="2788677"/>
            <a:ext cx="5888333" cy="1898626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66DA75-108A-DF17-A480-CC292C00EDD6}"/>
              </a:ext>
            </a:extLst>
          </p:cNvPr>
          <p:cNvSpPr/>
          <p:nvPr/>
        </p:nvSpPr>
        <p:spPr>
          <a:xfrm>
            <a:off x="6183087" y="2786302"/>
            <a:ext cx="5888333" cy="1898626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4D112F-E032-324F-167D-3E85EA97A499}"/>
              </a:ext>
            </a:extLst>
          </p:cNvPr>
          <p:cNvSpPr/>
          <p:nvPr/>
        </p:nvSpPr>
        <p:spPr>
          <a:xfrm>
            <a:off x="110532" y="4767327"/>
            <a:ext cx="5888333" cy="2020331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548AAC7-B293-E053-7B1E-6A67443D9287}"/>
              </a:ext>
            </a:extLst>
          </p:cNvPr>
          <p:cNvSpPr/>
          <p:nvPr/>
        </p:nvSpPr>
        <p:spPr>
          <a:xfrm>
            <a:off x="6183086" y="4775000"/>
            <a:ext cx="5888333" cy="2012657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47E659-9422-6CCD-FAD2-C2D23D67072A}"/>
              </a:ext>
            </a:extLst>
          </p:cNvPr>
          <p:cNvSpPr txBox="1"/>
          <p:nvPr/>
        </p:nvSpPr>
        <p:spPr>
          <a:xfrm>
            <a:off x="1557243" y="2744015"/>
            <a:ext cx="3195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Evolución Fatalidades por mes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9CE2CA-7A75-B878-C78A-3C281C91667B}"/>
              </a:ext>
            </a:extLst>
          </p:cNvPr>
          <p:cNvSpPr txBox="1"/>
          <p:nvPr/>
        </p:nvSpPr>
        <p:spPr>
          <a:xfrm>
            <a:off x="7430170" y="2752550"/>
            <a:ext cx="4105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Top 5 Localidades con más fatalidades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E704C9-6552-C047-64DA-3C0A91DD6F35}"/>
              </a:ext>
            </a:extLst>
          </p:cNvPr>
          <p:cNvSpPr txBox="1"/>
          <p:nvPr/>
        </p:nvSpPr>
        <p:spPr>
          <a:xfrm>
            <a:off x="1720403" y="4704665"/>
            <a:ext cx="2793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Fatalidades por tipo del día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2F885B-1337-BCA2-681E-3FFBD9E0C5F5}"/>
              </a:ext>
            </a:extLst>
          </p:cNvPr>
          <p:cNvSpPr txBox="1"/>
          <p:nvPr/>
        </p:nvSpPr>
        <p:spPr>
          <a:xfrm>
            <a:off x="7801698" y="4775000"/>
            <a:ext cx="2793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Fatalidades por hora del día</a:t>
            </a:r>
            <a:endParaRPr lang="es-CO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015D-819B-644F-274C-D81D3640D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3C5559C-2F3F-162D-5B67-33DE6E1F3BBC}"/>
              </a:ext>
            </a:extLst>
          </p:cNvPr>
          <p:cNvSpPr/>
          <p:nvPr/>
        </p:nvSpPr>
        <p:spPr>
          <a:xfrm>
            <a:off x="-231112" y="-304800"/>
            <a:ext cx="12629589" cy="7162800"/>
          </a:xfrm>
          <a:prstGeom prst="rect">
            <a:avLst/>
          </a:prstGeom>
          <a:solidFill>
            <a:srgbClr val="1C2325">
              <a:alpha val="98000"/>
            </a:srgbClr>
          </a:solidFill>
          <a:ln>
            <a:solidFill>
              <a:srgbClr val="3599B8"/>
            </a:solidFill>
          </a:ln>
        </p:spPr>
        <p:style>
          <a:lnRef idx="1">
            <a:schemeClr val="dk1"/>
          </a:lnRef>
          <a:fillRef idx="100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ADCCF6-2F81-C293-158D-4E1EE024E755}"/>
              </a:ext>
            </a:extLst>
          </p:cNvPr>
          <p:cNvSpPr/>
          <p:nvPr/>
        </p:nvSpPr>
        <p:spPr>
          <a:xfrm>
            <a:off x="1289024" y="70341"/>
            <a:ext cx="10337432" cy="783771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O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Seguridad Vial Bogotá 2024</a:t>
            </a:r>
          </a:p>
          <a:p>
            <a:r>
              <a:rPr lang="es-CO" sz="1600" dirty="0">
                <a:solidFill>
                  <a:srgbClr val="A4DDE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de Siniestralidad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5A962B-B234-7AC3-848D-714A4CE4889C}"/>
              </a:ext>
            </a:extLst>
          </p:cNvPr>
          <p:cNvSpPr/>
          <p:nvPr/>
        </p:nvSpPr>
        <p:spPr>
          <a:xfrm>
            <a:off x="66062" y="1316949"/>
            <a:ext cx="5942852" cy="5470707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7D10CE5-163A-2992-FA50-B2DA845E1463}"/>
              </a:ext>
            </a:extLst>
          </p:cNvPr>
          <p:cNvSpPr/>
          <p:nvPr/>
        </p:nvSpPr>
        <p:spPr>
          <a:xfrm>
            <a:off x="6183087" y="1135464"/>
            <a:ext cx="5888333" cy="3054926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CE5F7BB-922B-A4A3-19B8-B517F92D288E}"/>
              </a:ext>
            </a:extLst>
          </p:cNvPr>
          <p:cNvSpPr/>
          <p:nvPr/>
        </p:nvSpPr>
        <p:spPr>
          <a:xfrm>
            <a:off x="6183086" y="4300696"/>
            <a:ext cx="5888333" cy="2486962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4B9A38-2DBC-3611-A414-5BA20A8D40AF}"/>
              </a:ext>
            </a:extLst>
          </p:cNvPr>
          <p:cNvSpPr txBox="1"/>
          <p:nvPr/>
        </p:nvSpPr>
        <p:spPr>
          <a:xfrm>
            <a:off x="482069" y="979952"/>
            <a:ext cx="3195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Mapa de puntos negros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B57B62-D011-7C50-E97A-E00EF72F5911}"/>
              </a:ext>
            </a:extLst>
          </p:cNvPr>
          <p:cNvSpPr txBox="1"/>
          <p:nvPr/>
        </p:nvSpPr>
        <p:spPr>
          <a:xfrm>
            <a:off x="7580632" y="1065122"/>
            <a:ext cx="4105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Fatalidades por clase de vehículo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8D3016-F58D-6483-E5ED-8297DBC16B84}"/>
              </a:ext>
            </a:extLst>
          </p:cNvPr>
          <p:cNvSpPr txBox="1"/>
          <p:nvPr/>
        </p:nvSpPr>
        <p:spPr>
          <a:xfrm>
            <a:off x="7580632" y="4302465"/>
            <a:ext cx="3633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Fatalidades por servicio del vehículo</a:t>
            </a:r>
            <a:endParaRPr lang="es-CO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7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3DB7-DD1F-363B-70C3-6660AE42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4B8329-50BC-6F64-F8D7-C165440B5B6D}"/>
              </a:ext>
            </a:extLst>
          </p:cNvPr>
          <p:cNvSpPr/>
          <p:nvPr/>
        </p:nvSpPr>
        <p:spPr>
          <a:xfrm>
            <a:off x="-231112" y="-304800"/>
            <a:ext cx="12629589" cy="7162800"/>
          </a:xfrm>
          <a:prstGeom prst="rect">
            <a:avLst/>
          </a:prstGeom>
          <a:solidFill>
            <a:srgbClr val="1C2325">
              <a:alpha val="98000"/>
            </a:srgbClr>
          </a:solidFill>
          <a:ln>
            <a:solidFill>
              <a:srgbClr val="3599B8"/>
            </a:solidFill>
          </a:ln>
        </p:spPr>
        <p:style>
          <a:lnRef idx="1">
            <a:schemeClr val="dk1"/>
          </a:lnRef>
          <a:fillRef idx="100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D96E19-1387-A340-BE6B-16BA959184CC}"/>
              </a:ext>
            </a:extLst>
          </p:cNvPr>
          <p:cNvSpPr/>
          <p:nvPr/>
        </p:nvSpPr>
        <p:spPr>
          <a:xfrm>
            <a:off x="1289024" y="70341"/>
            <a:ext cx="10337432" cy="783771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O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Seguridad Vial Bogotá 2024</a:t>
            </a:r>
          </a:p>
          <a:p>
            <a:r>
              <a:rPr lang="es-CO" sz="1600" dirty="0">
                <a:solidFill>
                  <a:srgbClr val="A4DDE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de Siniestralidad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F7F999-053F-F576-F063-9F4BA0070CCE}"/>
              </a:ext>
            </a:extLst>
          </p:cNvPr>
          <p:cNvSpPr/>
          <p:nvPr/>
        </p:nvSpPr>
        <p:spPr>
          <a:xfrm>
            <a:off x="110533" y="1095799"/>
            <a:ext cx="3833775" cy="954608"/>
          </a:xfrm>
          <a:prstGeom prst="roundRect">
            <a:avLst/>
          </a:prstGeom>
          <a:solidFill>
            <a:srgbClr val="1B4D5C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7C60B9-0298-390F-2912-729EC5BB60A0}"/>
              </a:ext>
            </a:extLst>
          </p:cNvPr>
          <p:cNvSpPr txBox="1"/>
          <p:nvPr/>
        </p:nvSpPr>
        <p:spPr>
          <a:xfrm>
            <a:off x="1036234" y="1131839"/>
            <a:ext cx="2118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Víctimas Masculinas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02C8A7-6DE3-39EB-43FF-26B675F8A8D0}"/>
              </a:ext>
            </a:extLst>
          </p:cNvPr>
          <p:cNvSpPr/>
          <p:nvPr/>
        </p:nvSpPr>
        <p:spPr>
          <a:xfrm>
            <a:off x="4365148" y="1113016"/>
            <a:ext cx="3694659" cy="954608"/>
          </a:xfrm>
          <a:prstGeom prst="roundRect">
            <a:avLst/>
          </a:prstGeom>
          <a:solidFill>
            <a:srgbClr val="7B4F71"/>
          </a:solidFill>
          <a:ln>
            <a:solidFill>
              <a:srgbClr val="BB4A4A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50F324-CF1B-2E06-63DB-2D73A6DD2D14}"/>
              </a:ext>
            </a:extLst>
          </p:cNvPr>
          <p:cNvSpPr/>
          <p:nvPr/>
        </p:nvSpPr>
        <p:spPr>
          <a:xfrm>
            <a:off x="8460551" y="1125943"/>
            <a:ext cx="3527133" cy="934512"/>
          </a:xfrm>
          <a:prstGeom prst="roundRect">
            <a:avLst/>
          </a:prstGeom>
          <a:solidFill>
            <a:srgbClr val="998879"/>
          </a:solidFill>
          <a:ln>
            <a:solidFill>
              <a:srgbClr val="BD71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F8123-3E03-7E01-1E52-FA4976408400}"/>
              </a:ext>
            </a:extLst>
          </p:cNvPr>
          <p:cNvSpPr txBox="1"/>
          <p:nvPr/>
        </p:nvSpPr>
        <p:spPr>
          <a:xfrm>
            <a:off x="4866855" y="1124176"/>
            <a:ext cx="30956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Mayor Fatalidad (Motociclista)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58D085-521B-9031-2B6E-3828B90E5A3F}"/>
              </a:ext>
            </a:extLst>
          </p:cNvPr>
          <p:cNvSpPr txBox="1"/>
          <p:nvPr/>
        </p:nvSpPr>
        <p:spPr>
          <a:xfrm>
            <a:off x="9489450" y="1110903"/>
            <a:ext cx="1709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Edad Promedio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2282C0-B651-E757-2045-CD7B9CC729EF}"/>
              </a:ext>
            </a:extLst>
          </p:cNvPr>
          <p:cNvSpPr/>
          <p:nvPr/>
        </p:nvSpPr>
        <p:spPr>
          <a:xfrm>
            <a:off x="100484" y="2346549"/>
            <a:ext cx="5888333" cy="4355702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0C68D3-E957-2F23-292B-948EE12D8D55}"/>
              </a:ext>
            </a:extLst>
          </p:cNvPr>
          <p:cNvSpPr/>
          <p:nvPr/>
        </p:nvSpPr>
        <p:spPr>
          <a:xfrm>
            <a:off x="6183087" y="2344174"/>
            <a:ext cx="5888333" cy="4355702"/>
          </a:xfrm>
          <a:prstGeom prst="roundRect">
            <a:avLst/>
          </a:prstGeom>
          <a:solidFill>
            <a:srgbClr val="293537"/>
          </a:solidFill>
          <a:ln>
            <a:solidFill>
              <a:srgbClr val="293537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CO" sz="1600" dirty="0">
              <a:solidFill>
                <a:srgbClr val="A4DDE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D72F04-14B7-353E-63E0-879812FB5461}"/>
              </a:ext>
            </a:extLst>
          </p:cNvPr>
          <p:cNvSpPr txBox="1"/>
          <p:nvPr/>
        </p:nvSpPr>
        <p:spPr>
          <a:xfrm>
            <a:off x="1916052" y="2363766"/>
            <a:ext cx="3195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Perfil de Víctimas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B4D3AE-C013-13F3-2693-B25BEFBF59B6}"/>
              </a:ext>
            </a:extLst>
          </p:cNvPr>
          <p:cNvSpPr txBox="1"/>
          <p:nvPr/>
        </p:nvSpPr>
        <p:spPr>
          <a:xfrm>
            <a:off x="7590943" y="2330519"/>
            <a:ext cx="4105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Fatalidades por día de la semana</a:t>
            </a:r>
            <a:endParaRPr lang="es-CO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18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dc72200-b29d-42cb-967c-10bd8a5e413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9F187891C2F40BDD1BB5A91FBA352" ma:contentTypeVersion="10" ma:contentTypeDescription="Create a new document." ma:contentTypeScope="" ma:versionID="22ac3d70e904ac8f93db9b6cabf593d0">
  <xsd:schema xmlns:xsd="http://www.w3.org/2001/XMLSchema" xmlns:xs="http://www.w3.org/2001/XMLSchema" xmlns:p="http://schemas.microsoft.com/office/2006/metadata/properties" xmlns:ns3="adc72200-b29d-42cb-967c-10bd8a5e4130" targetNamespace="http://schemas.microsoft.com/office/2006/metadata/properties" ma:root="true" ma:fieldsID="47f522226fe806c96f0c17687055f57e" ns3:_="">
    <xsd:import namespace="adc72200-b29d-42cb-967c-10bd8a5e41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72200-b29d-42cb-967c-10bd8a5e4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A420D1-52B6-4A05-BB5E-25433B7A7D28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dc72200-b29d-42cb-967c-10bd8a5e4130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F4840FD-4F58-4222-9146-EB25BEF375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72200-b29d-42cb-967c-10bd8a5e41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66CAA7-FF3A-4799-890B-20AD24FC61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84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WILSON DANIEL BENITEZ OVIEDO</dc:creator>
  <cp:lastModifiedBy>WILSON DANIEL BENITEZ OVIEDO</cp:lastModifiedBy>
  <cp:revision>1</cp:revision>
  <dcterms:created xsi:type="dcterms:W3CDTF">2025-11-24T21:36:14Z</dcterms:created>
  <dcterms:modified xsi:type="dcterms:W3CDTF">2025-11-25T17:36:20Z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0x010100C079F187891C2F40BDD1BB5A91FBA352</vt:lpwstr>
  </property>
</Properties>
</file>